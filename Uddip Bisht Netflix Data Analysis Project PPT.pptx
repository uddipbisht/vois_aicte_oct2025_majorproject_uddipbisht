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4" r:id="rId13"/>
    <p:sldId id="342" r:id="rId14"/>
    <p:sldId id="343" r:id="rId15"/>
    <p:sldId id="34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9B11-726B-622E-F1D0-53498C852A02}" v="122" dt="2025-09-25T09:02:38.1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4" d="100"/>
          <a:sy n="74" d="100"/>
        </p:scale>
        <p:origin x="296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dipbisht/VOIS_AICTE_Oct2025_MajorProject_UddipBisht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4657" y="4141999"/>
            <a:ext cx="5108303" cy="861497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UDDIP BISHT</a:t>
            </a: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INTERNSHIP_17546440516895be537820f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0829" y="2050553"/>
            <a:ext cx="5770762" cy="743448"/>
          </a:xfrm>
        </p:spPr>
        <p:txBody>
          <a:bodyPr>
            <a:normAutofit/>
          </a:bodyPr>
          <a:lstStyle/>
          <a:p>
            <a:r>
              <a:rPr lang="en-IN" dirty="0"/>
              <a:t>Netflix Content Trends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Netflix operates in a highly competitive global market, facing pressure from platforms like Amazon Prime, Disney+, and various regional providers.</a:t>
            </a:r>
          </a:p>
          <a:p>
            <a:r>
              <a:rPr lang="en-US" dirty="0"/>
              <a:t>To maintain its leadership, Netflix must move beyond intuition and leverage data to understand its vast content library.</a:t>
            </a:r>
          </a:p>
          <a:p>
            <a:r>
              <a:rPr lang="en-US" dirty="0"/>
              <a:t>The core problem is the need to identify strategic strengths, uncover hidden content gaps, and recognize new opportunities by analyzing historical content trends.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10529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75D3D37-9687-1A11-C0A1-9495B9E723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This project is a data analysis initiative designed to dissect the evolution of the Netflix content catalog.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It investigates key trends by analyzing the distribution of Movies vs. TV Shows, the rise and fall of genres, and the geographical diversity of country contributions.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The ultimate goal is to translate these analytical findings into actionable, strategic recommendations that can guide future content acquisition and production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r>
              <a:rPr lang="en-US" dirty="0"/>
              <a:t>Netflix Content Strategy &amp; Acquisition Teams: To make informed, data-driven decisions on what content to license or produce next.</a:t>
            </a:r>
          </a:p>
          <a:p>
            <a:r>
              <a:rPr lang="en-US" dirty="0"/>
              <a:t>Executive Leadership &amp; Business Decision-Makers: To understand market positioning, allocate budgets effectively, and guide long-term strategy.</a:t>
            </a:r>
          </a:p>
          <a:p>
            <a:r>
              <a:rPr lang="en-US" dirty="0"/>
              <a:t>Content Producers &amp; Regional Partners: To align their content proposals with Netflix’s strategic focus and identify partnership opportunities.</a:t>
            </a:r>
          </a:p>
          <a:p>
            <a:r>
              <a:rPr lang="en-US" dirty="0"/>
              <a:t>Market Analysts &amp; Researchers: To study trends in the global media and entertainment industry.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1468" y="1432560"/>
            <a:ext cx="9027702" cy="5243448"/>
          </a:xfrm>
        </p:spPr>
        <p:txBody>
          <a:bodyPr/>
          <a:lstStyle/>
          <a:p>
            <a:r>
              <a:rPr lang="en-IN" dirty="0"/>
              <a:t>Python: The core programming language used for all data processing and analysis.</a:t>
            </a:r>
          </a:p>
          <a:p>
            <a:r>
              <a:rPr lang="en-IN" dirty="0"/>
              <a:t>Pandas &amp; NumPy: For efficient data manipulation, cleaning, and transformation.</a:t>
            </a:r>
          </a:p>
          <a:p>
            <a:r>
              <a:rPr lang="en-IN" dirty="0"/>
              <a:t>Matplotlib &amp; Seaborn: For creating insightful and clear data visualizations (charts and graphs).</a:t>
            </a:r>
          </a:p>
          <a:p>
            <a:r>
              <a:rPr lang="en-IN" dirty="0" err="1"/>
              <a:t>Jupyter</a:t>
            </a:r>
            <a:r>
              <a:rPr lang="en-IN" dirty="0"/>
              <a:t> Notebook: As the interactive development environment for writing code, visualizing data, and documenting the analysis process.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RESULTS1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B8A02C-4717-AF3C-74D5-C364DA269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84" y="1267822"/>
            <a:ext cx="10076033" cy="433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RESULTS2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C11A60-7220-23AF-1243-C283AD3D94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667"/>
          <a:stretch>
            <a:fillRect/>
          </a:stretch>
        </p:blipFill>
        <p:spPr>
          <a:xfrm>
            <a:off x="904408" y="1402227"/>
            <a:ext cx="10383184" cy="44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RESULTS3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D379B3-43F5-BB42-D7EF-5C1FA28E50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9AED56-C518-8347-8B03-92556138F8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46"/>
          <a:stretch>
            <a:fillRect/>
          </a:stretch>
        </p:blipFill>
        <p:spPr>
          <a:xfrm>
            <a:off x="385249" y="1417005"/>
            <a:ext cx="11421502" cy="429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2673" y="1406106"/>
            <a:ext cx="8761411" cy="2579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https://github.com/uddipbisht/VOIS_AICTE_Oct2025_MajorProject_UddipBisht.git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Getting started with Basics of Python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C10B42-8A4D-9012-E9E9-E1DB03B7A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09" y="1172311"/>
            <a:ext cx="7624964" cy="539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Data Visualization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226F9C-2636-382A-E75E-6904AF18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01" y="1178850"/>
            <a:ext cx="7506698" cy="529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82885" y="2216075"/>
            <a:ext cx="7607030" cy="2090810"/>
          </a:xfrm>
        </p:spPr>
        <p:txBody>
          <a:bodyPr>
            <a:normAutofit/>
          </a:bodyPr>
          <a:lstStyle/>
          <a:p>
            <a:r>
              <a:rPr lang="en-US" dirty="0"/>
              <a:t>I’m thankful for the opportunity to work on this project, which helped me enhance my analytical and technical skills.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68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623</TotalTime>
  <Words>367</Words>
  <Application>Microsoft Office PowerPoint</Application>
  <PresentationFormat>Widescreen</PresentationFormat>
  <Paragraphs>33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fkGroteskNeue</vt:lpstr>
      <vt:lpstr>Trebuchet MS</vt:lpstr>
      <vt:lpstr>Wingdings</vt:lpstr>
      <vt:lpstr>Wingdings 3</vt:lpstr>
      <vt:lpstr>Facet</vt:lpstr>
      <vt:lpstr>Netflix Content Trends Analysis</vt:lpstr>
      <vt:lpstr>PROBLEM  STATEMENT</vt:lpstr>
      <vt:lpstr>Project Description </vt:lpstr>
      <vt:lpstr>WHO ARE THE END USERS?</vt:lpstr>
      <vt:lpstr>Technology Used</vt:lpstr>
      <vt:lpstr>RESULTS1 </vt:lpstr>
      <vt:lpstr>RESULTS2</vt:lpstr>
      <vt:lpstr>RESULTS3 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uddip bisht</cp:lastModifiedBy>
  <cp:revision>108</cp:revision>
  <dcterms:created xsi:type="dcterms:W3CDTF">2021-07-11T13:13:15Z</dcterms:created>
  <dcterms:modified xsi:type="dcterms:W3CDTF">2025-10-18T21:35:25Z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